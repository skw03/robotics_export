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室内物流与巡检移动机器人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7432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2E1EE"/>
                </a:solidFill>
              </a:defRPr>
            </a:pPr>
            <a:r>
              <a:t>选项A工程应用项目 | ROS 2 Humble + Gazebo Classic + Nav2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E26"/>
                </a:solidFill>
              </a:defRPr>
            </a:pPr>
            <a:r>
              <a:t>项目目标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在仿真环境中实现可运行的移动机器人系统，而不是只给架构图。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覆盖仓库与办公室两个场景，支持配送和巡检两类任务。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引入 LLM 语义层，将自然语言命令映射到可执行 ROS 2 action。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E26"/>
                </a:solidFill>
              </a:defRPr>
            </a:pPr>
            <a:r>
              <a:t>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User command -&gt; LLM/keyword parser -&gt; Delivery.action -&gt; robotics_scenario。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行为树将语义路线转换为连续 NavigateToPose 目标。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Nav2 负责 AMCL 定位、路径规划、局部控制、避障和恢复。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E26"/>
                </a:solidFill>
              </a:defRPr>
            </a:pPr>
            <a:r>
              <a:t>当前实现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两个 Gazebo 场景：AWS warehouse 与 RMF office-inspired scene。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机器人模型包含差速底盘、LiDAR、相机、IMU、GPS/点云传感器。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NavFn A* 与 Smac2D 已配置，collision_monitor 可用于避障对比。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E26"/>
                </a:solidFill>
              </a:defRPr>
            </a:pPr>
            <a:r>
              <a:t>任务逻辑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warehouse_delivery / warehouse_patrol / office_delivery / office_patrol 四套行为树。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语义路线通过 waypoint 名称维护，便于报告和实验解释。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course_experiment_runner.py 记录 accepted、status、elapsed_sec、route 和 error。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5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E26"/>
                </a:solidFill>
              </a:defRPr>
            </a:pPr>
            <a:r>
              <a:t>LLM 语义层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course_llm_command.py 调用 OpenAI Responses API 输出受约束 JSON。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输出字段固定为 scene、task、confidence、rationale。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没有 API key 或调用失败时自动回退到本地关键词解析，保证演示不中断。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E26"/>
                </a:solidFill>
              </a:defRPr>
            </a:pPr>
            <a:r>
              <a:t>实验计划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路径规划对比：NavFn A* vs Smac2D。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避障策略对比：baseline_costmap vs collision_monitor。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LLM 可靠性：10 条中英文命令，记录正确率、延迟、失败案例。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0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E26"/>
                </a:solidFill>
              </a:defRPr>
            </a:pPr>
            <a:r>
              <a:t>期末交付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完成多次仿真实验并填入实验工作簿。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补齐硬件选型、成本约束和 sim-to-real 迁移分析。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最终报告包含 AI 工具使用说明、提示词、Skill 和验证方法。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下一步：运行对比实验，收集日志，完成期末答辩闭环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